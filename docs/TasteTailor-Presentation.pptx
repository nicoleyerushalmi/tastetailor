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72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9848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0" y="2286000"/>
            <a:ext cx="121916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0C6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 fitted to you.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F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Personalized Recipe Platform  ·  Course Presentation</a:t>
            </a:r>
            <a:endParaRPr lang="en-US" sz="15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303BD83-476B-36D9-F75C-BA1D88E83EAF}"/>
              </a:ext>
            </a:extLst>
          </p:cNvPr>
          <p:cNvSpPr/>
          <p:nvPr/>
        </p:nvSpPr>
        <p:spPr>
          <a:xfrm>
            <a:off x="3127760" y="4211655"/>
            <a:ext cx="59222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88366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83664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Solution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68680" y="2642616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42616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— structure, libraries, AI pipeline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34670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68680" y="34015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401568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10565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68680" y="4160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1605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Security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864608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68680" y="49194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919472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Limitations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TASTETAILOR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meals tailored to strict nutritional needs is frustrating</a:t>
            </a:r>
            <a:endParaRPr lang="he-IL" sz="1500" dirty="0">
              <a:solidFill>
                <a:srgbClr val="141814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Converting saved meals into an organized shopping list is a hassle.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adapt trending dishes to specific goals (e.g., Celiac, high-protein).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easy way to adjust recipes based on ingredients already at home.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endParaRPr lang="en-GB" sz="1500" dirty="0">
              <a:solidFill>
                <a:srgbClr val="141814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- </a:t>
            </a:r>
            <a:r>
              <a:rPr lang="en-US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TASTETAILOR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Paste a recipe or just name a dish.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AI rewrites it to fit your saved dietary profile.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Every substitution in the recipe is explained.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Easily tweak and adjust the generated recipe to fit your preferences.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Automatically merges multiple meals into one consolidated shopping list.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Save your </a:t>
            </a:r>
            <a:r>
              <a:rPr lang="en-GB" sz="1500" dirty="0" err="1">
                <a:solidFill>
                  <a:schemeClr val="bg1"/>
                </a:solidFill>
              </a:rPr>
              <a:t>favorite</a:t>
            </a:r>
            <a:r>
              <a:rPr lang="en-GB" sz="1500" dirty="0">
                <a:solidFill>
                  <a:schemeClr val="bg1"/>
                </a:solidFill>
              </a:rPr>
              <a:t> tailored recipes for quick access.</a:t>
            </a:r>
          </a:p>
          <a:p>
            <a:pPr>
              <a:spcAft>
                <a:spcPts val="1000"/>
              </a:spcAft>
              <a:buSzPct val="100000"/>
            </a:pP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CODEBASE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Structure &amp; 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651760" y="16916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2651760" y="1691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tastetailor/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flipH="1">
            <a:off x="1440180" y="2194560"/>
            <a:ext cx="2125980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40080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&amp; API routes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(Next.js App Router)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flipH="1">
            <a:off x="3479292" y="2194560"/>
            <a:ext cx="86868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87752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79192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components/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679192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UI, organized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feature area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66160" y="2194560"/>
            <a:ext cx="1952244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626864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18304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18304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AI,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utilities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H="1">
            <a:off x="1440180" y="2194560"/>
            <a:ext cx="2125980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0080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types/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TypeScript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definitions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 flipH="1">
            <a:off x="3479292" y="2194560"/>
            <a:ext cx="86868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87752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2679192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679192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migrations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source of truth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566160" y="2194560"/>
            <a:ext cx="1952244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626864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18304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18304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testing,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scale docs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37960" y="1691640"/>
            <a:ext cx="49834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766560" y="1828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766560" y="2212848"/>
            <a:ext cx="4526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(App Router) + TypeScript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— Postgres + Auth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— AI provider</a:t>
            </a:r>
            <a:endParaRPr lang="he-IL" sz="1300" dirty="0">
              <a:solidFill>
                <a:srgbClr val="141814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err="1">
                <a:solidFill>
                  <a:srgbClr val="141814"/>
                </a:solidFill>
                <a:latin typeface="Arial" pitchFamily="34" charset="0"/>
                <a:cs typeface="Arial" pitchFamily="34" charset="-120"/>
              </a:rPr>
              <a:t>Vercel</a:t>
            </a:r>
            <a:r>
              <a:rPr lang="en-US" sz="1300" dirty="0">
                <a:solidFill>
                  <a:srgbClr val="141814"/>
                </a:solidFill>
                <a:latin typeface="Arial" pitchFamily="34" charset="0"/>
                <a:cs typeface="Arial" pitchFamily="34" charset="-120"/>
              </a:rPr>
              <a:t> - Deployment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37960" y="3886200"/>
            <a:ext cx="498348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766560" y="402336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766560" y="4407408"/>
            <a:ext cx="4526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dietary preferences &amp; daily generation quota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generated recipe, owned by its user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shopping_list_items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active, merged shopping list per user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766560" y="6263640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FDE7C3"/>
          </a:solidFill>
          <a:ln w="12700">
            <a:solidFill>
              <a:srgbClr val="FDE7C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903720" y="6263640"/>
            <a:ext cx="4251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A3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 enforced on every table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IN-HOUSE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Libraries (lib/)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ai/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integration, prompt construction, and validating the model's output before it's trusted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5864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49580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49580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016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validation/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80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set of rules for what a valid request looks like — used by client and server alike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07720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21436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21436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0872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supabase/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1436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purpose-built database clients for the browser, the server, and route protection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7724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7724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7160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shopping/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Ingredient merging, serving-size scaling, and shopping-list export formatting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5864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49580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49580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9016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images/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9580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third-party photo lookup, with a strict allowlist before anything is rendered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07720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21436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21436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80872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security/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1436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single, tested gate deciding whether an AI-supplied link is safe to render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7724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77724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37160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recipes/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7724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refine feature's chat history — appending, trimming, and prompt windowing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435864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49580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49580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9016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profile/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49580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“get the logged-in user + profile” helper, reused across the app</a:t>
            </a:r>
            <a:endParaRPr lang="en-US" sz="1080" dirty="0"/>
          </a:p>
        </p:txBody>
      </p:sp>
      <p:sp>
        <p:nvSpPr>
          <p:cNvPr id="44" name="Shape 42"/>
          <p:cNvSpPr/>
          <p:nvPr/>
        </p:nvSpPr>
        <p:spPr>
          <a:xfrm>
            <a:off x="807720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821436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821436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80872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generate/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21436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server error code into consistent, friendly copy on every form</a:t>
            </a:r>
            <a:endParaRPr lang="en-US" sz="1080" dirty="0"/>
          </a:p>
        </p:txBody>
      </p:sp>
      <p:sp>
        <p:nvSpPr>
          <p:cNvPr id="49" name="Text 47"/>
          <p:cNvSpPr/>
          <p:nvPr/>
        </p:nvSpPr>
        <p:spPr>
          <a:xfrm>
            <a:off x="640080" y="6300216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constants.ts, format.ts, and small persona/creator helpers — shared building blocks used throughout.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RECIPE GETS MADE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Process (AI Flow)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77444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68884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0596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03324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95932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287372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69084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1812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14420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905860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7572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Guarded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40300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32908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DE7C3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524348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06060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58788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51396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142836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24548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7276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669884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761324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743036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995764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288372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379812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361524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40080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22960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8680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is called through one abstracted provider interface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retries and an optional fallback model if the primary is overloaded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features — generate and refine — share the exact same pipeline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16552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416552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599432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Prompting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645152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prompt restricts the model to culinary tasks only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prompt is built from the user's real diet, allergies, and goals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must return one exact, structured JSON shape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93024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193024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375904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421624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AI's response is schema-validated before it's ever trusted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non-culinary refusal never refunds the user's daily quota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key that talks to Gemini never reaches the browser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DON'T TELL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Script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CLAIMS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files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6916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657600" y="17373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63440" y="173736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specs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0881360" cy="34290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/ 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covers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logic in isolation — scaling math, ingredient merging, every Zod schema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Fast, dependency-free proof the underlying calculations and validation rules are correct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/ Integration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 + mock AI)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API routes end-to-end: auth, validation, rate limits, error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Proves the real request/response contract holds, deterministically, with no live AI call needed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UI / E2E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(Playwright)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user journeys, auth gates, and cross-user privilege isolation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Confirms real browser behavior — and that one account can never see another's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 / Build scan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 + Script)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 hygiene and the actual compiled client bundle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Catches a secret key shipping to the browser — a mistake code review alone can miss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(Checklist)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couple of inherently timing-sensitive or hard-to-force cases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every behavior is worth forcing into flaky 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IN DEPTH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Protection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restricts the model to culinary tasks only, refusing anything else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response is schema-validated before it's ever trusted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non-culinary refusal never refunds the user's quota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provider's key never reaches the browser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416552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99432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02352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Protection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45152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 enforced on every table, scoped to the caller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direct way to create a profile except one controlled, server-side path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Rate-limit checks run as a single atomic database operation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write is scoped to rows the caller actually owns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193024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375904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878824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Protection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421624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protected page and API route requires a valid session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is re-checked on every mutation, never assumed from an id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text and links are sanitized and allow-listed before rendering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error messages never hint at what does or doesn't exist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 REAL LOAD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548640"/>
          </a:xfrm>
          <a:prstGeom prst="roundRect">
            <a:avLst>
              <a:gd name="adj" fmla="val 13333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Per-User Rate Limiting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user gets a fixed number of recipe generations per day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as one atomic database check-and-increment — safe even under simultaneous requests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failed generation refunds the user's quota automatically; a rejected non-culinary request does not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548640"/>
          </a:xfrm>
          <a:prstGeom prst="roundRect">
            <a:avLst>
              <a:gd name="adj" fmla="val 13333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92240" y="17830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Within the AI Model's Limits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51460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provider enforces its own request-volume and token limits, shared across every user of the key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high demand, a request can be throttled, rejected, or time out — a real constraint of any third-party model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with automatic retries, a bounded attempt budget, and an optional fallback model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14400" y="513892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scale considerations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681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&amp; Favorites paginate at 12 items per page  ·  photo lookups are capped at a short timeout so they never block saving a recipe  ·  refine's chat history is capped in length to keep each request fast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Limitations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Disclosed MVP boundaries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ea typeface="Arial" pitchFamily="34" charset="-122"/>
                <a:cs typeface="Arial" pitchFamily="34" charset="-120"/>
              </a:rPr>
              <a:t>No automatic unit conversion (cups ↔ grams) — exact-match merge only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ea typeface="Arial" pitchFamily="34" charset="-122"/>
                <a:cs typeface="Arial" pitchFamily="34" charset="-120"/>
              </a:rPr>
              <a:t>Gemini is a shared external dependency with its own rate limits</a:t>
            </a:r>
            <a:endParaRPr lang="he-IL" sz="1450" dirty="0">
              <a:solidFill>
                <a:srgbClr val="141814"/>
              </a:solidFill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450" dirty="0"/>
              <a:t>English-only interface and AI recipe generation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ea typeface="Arial" pitchFamily="34" charset="-122"/>
                <a:cs typeface="Arial" pitchFamily="34" charset="-120"/>
              </a:rPr>
              <a:t>Automatic unit conversion for shopping-list merging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450" dirty="0"/>
              <a:t>Integrating a high-speed AI model with fewer restrictions.</a:t>
            </a:r>
            <a:endParaRPr lang="he-IL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450" dirty="0"/>
              <a:t>The platform can expand to a B2B2C model, allowing dietitians and personal trainers to use the tool to tailor recipes for their clients.</a:t>
            </a:r>
            <a:endParaRPr lang="he-IL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450" dirty="0"/>
              <a:t>One-click shopping list export to popular online grocery delivery carts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GB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0" y="265176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BF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TasteTailor</a:t>
            </a:r>
            <a:r>
              <a:rPr lang="en-US" sz="1600" dirty="0">
                <a:solidFill>
                  <a:srgbClr val="BF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Recipes fitted to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1844</TotalTime>
  <Words>1226</Words>
  <Application>Microsoft Office PowerPoint</Application>
  <PresentationFormat>Widescreen</PresentationFormat>
  <Paragraphs>243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אריאל ירושלמי</cp:lastModifiedBy>
  <cp:revision>10</cp:revision>
  <dcterms:created xsi:type="dcterms:W3CDTF">2026-09-01T07:40:55Z</dcterms:created>
  <dcterms:modified xsi:type="dcterms:W3CDTF">2026-09-03T18:13:56Z</dcterms:modified>
</cp:coreProperties>
</file>